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B3A5C">
              <a:alpha val="60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560320"/>
            <a:ext cx="2743200" cy="274320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RaffCity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— Tecnologie Web 2024/2025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 Calcagno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 Montella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L'Idea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120640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Spostarsi in una città può essere complicato, specialmente per chi non la conosce bene. Trovare la fermata giusta, capire quale mezzo prendere e orientarsi in tempo reale sono sfide quotidiane per milioni di persone.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RaffCity nasce per semplificare la mobilità urbana: un'app intuitiva che aiuta l'utente a trovare le fermate più vicine, salvare i percorsi preferiti e orientarsi facilmente in città.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0" y="1188720"/>
            <a:ext cx="2926080" cy="3291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0" y="1463040"/>
            <a:ext cx="1828800" cy="182880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9202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🚌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943600" y="31089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Trasporto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Soluzione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2651760" cy="3291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📍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Geolocalizzazione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 automaticamente la posizione dell'utente e le fermate vicine tramite GPS in tempo reale.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51760" cy="3291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🗺️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0040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Mappa Interattiva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7889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Visualizza le fermate su una mappa OpenStreetMap con Leaflet.js. Salva le fermate preferite nel profilo.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8872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03504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PWA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26480" y="27889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installabile su qualsiasi dispositivo. Funziona anche offline grazie al Service Worker.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Obiettivi del Sistema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50292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2161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Persistenza dati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Memorizzazione sicura di utenti e fermate tramite SQLite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50292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43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12161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semplice e intuitiva accessibile a tutti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77440"/>
            <a:ext cx="50292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774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505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interesse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834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Mostrare le fermate e luoghi di maggiore interesse urbano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77440"/>
            <a:ext cx="50292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3774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24505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 posizione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834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Rilevamento GPS e notifica avvicinamento a una fermata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11880"/>
            <a:ext cx="50292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118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6850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 ottimale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069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Visualizzare il percorso migliore verso la destinazione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11880"/>
            <a:ext cx="50292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118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6850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installabile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069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installabile su dispositivo con supporto offline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Tecnologie Utilizzate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1645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64008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e markup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920240" cy="1645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097280"/>
            <a:ext cx="1920240" cy="64008"/>
          </a:xfrm>
          <a:prstGeom prst="rect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Stile e layout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1645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1920240" cy="6400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client-side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097280"/>
            <a:ext cx="1920240" cy="1645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097280"/>
            <a:ext cx="1920240" cy="64008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656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 routing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1920240" cy="1645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17520"/>
            <a:ext cx="1920240" cy="64008"/>
          </a:xfrm>
          <a:prstGeom prst="rect">
            <a:avLst/>
          </a:prstGeom>
          <a:solidFill>
            <a:srgbClr val="199900"/>
          </a:solidFill>
          <a:ln w="12700">
            <a:solidFill>
              <a:srgbClr val="19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54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Leaflet.js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 interattive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0" y="3017520"/>
            <a:ext cx="1920240" cy="1645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0" y="3017520"/>
            <a:ext cx="1920240" cy="64008"/>
          </a:xfrm>
          <a:prstGeom prst="rect">
            <a:avLst/>
          </a:prstGeom>
          <a:solidFill>
            <a:srgbClr val="003B57"/>
          </a:solidFill>
          <a:ln w="12700">
            <a:solidFill>
              <a:srgbClr val="003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154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SQLite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560320" y="4023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persistente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017520"/>
            <a:ext cx="1920240" cy="1645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017520"/>
            <a:ext cx="1920240" cy="64008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154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Bootstrap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3440" y="4023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responsive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3017520"/>
            <a:ext cx="1920240" cy="1645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66560" y="3017520"/>
            <a:ext cx="19202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3154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PWA /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66560" y="4023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installabile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Link Utili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5727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aggiungere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84832"/>
            <a:ext cx="54864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84832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2130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468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https://www.openstreetmap.org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80944"/>
            <a:ext cx="54864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80944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30266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3649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https://leafletjs.com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77056"/>
            <a:ext cx="54864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77056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39227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2611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https://flask.palletsprojects.com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B3A5C">
              <a:alpha val="40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RaffCity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 per l'attenzione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2880360"/>
            <a:ext cx="4572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 Calcagno  |  Tecnologie Web 2024/2025  |  Università Parthenope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RaffCity - Proposal Tecnologie Web</dc:title>
  <dc:subject>PptxGenJS Presentation</dc:subject>
  <dc:creator>Raffaele Calcagno</dc:creator>
  <cp:lastModifiedBy>Raffaele Calcagno</cp:lastModifiedBy>
  <cp:revision>1</cp:revision>
  <dcterms:created xsi:type="dcterms:W3CDTF">2026-03-14T12:05:12Z</dcterms:created>
  <dcterms:modified xsi:type="dcterms:W3CDTF">2026-03-14T12:05:12Z</dcterms:modified>
</cp:coreProperties>
</file>